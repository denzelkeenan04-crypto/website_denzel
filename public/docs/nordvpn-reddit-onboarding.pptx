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f98028aca4937" /><Relationship Type="http://schemas.openxmlformats.org/officeDocument/2006/relationships/extended-properties" Target="/docProps/app.xml" Id="R45fe3e4e88d24e48" /><Relationship Type="http://schemas.openxmlformats.org/officeDocument/2006/relationships/officeDocument" Target="/ppt/presentation.xml" Id="Re51ca93f1259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3f965b60ac4953"/>
  </p:sldMasterIdLst>
  <p:notesMasterIdLst>
    <p:notesMasterId xmlns:r="http://schemas.openxmlformats.org/officeDocument/2006/relationships" r:id="R0ba6f2bdb6d74d2a"/>
  </p:notesMasterIdLst>
  <p:sldIdLst>
    <p:sldId xmlns:r="http://schemas.openxmlformats.org/officeDocument/2006/relationships" id="256" r:id="R9b36e8a6a0264b45"/>
    <p:sldId xmlns:r="http://schemas.openxmlformats.org/officeDocument/2006/relationships" id="257" r:id="Rb2e58d1d43284cd4"/>
    <p:sldId xmlns:r="http://schemas.openxmlformats.org/officeDocument/2006/relationships" id="258" r:id="R39f57f791f4e4bf4"/>
    <p:sldId xmlns:r="http://schemas.openxmlformats.org/officeDocument/2006/relationships" id="259" r:id="R2e9f9ae163884401"/>
    <p:sldId xmlns:r="http://schemas.openxmlformats.org/officeDocument/2006/relationships" id="260" r:id="Ra854ebbf8eaa421c"/>
    <p:sldId xmlns:r="http://schemas.openxmlformats.org/officeDocument/2006/relationships" id="261" r:id="Raee1d832d3a348b8"/>
    <p:sldId xmlns:r="http://schemas.openxmlformats.org/officeDocument/2006/relationships" id="262" r:id="R829d36fdb983472e"/>
    <p:sldId xmlns:r="http://schemas.openxmlformats.org/officeDocument/2006/relationships" id="263" r:id="R2d9db9853f2b48df"/>
    <p:sldId xmlns:r="http://schemas.openxmlformats.org/officeDocument/2006/relationships" id="264" r:id="R26150ea2ec0c41b1"/>
    <p:sldId xmlns:r="http://schemas.openxmlformats.org/officeDocument/2006/relationships" id="265" r:id="Rc4aaf9ee57e641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f965b60ac4953" /><Relationship Type="http://schemas.openxmlformats.org/officeDocument/2006/relationships/theme" Target="/ppt/theme/theme1.xml" Id="R48ecf2a4ea4d4e5d" /><Relationship Type="http://schemas.openxmlformats.org/officeDocument/2006/relationships/notesMaster" Target="/ppt/notesMasters/notesMaster1.xml" Id="R0ba6f2bdb6d74d2a" /><Relationship Type="http://schemas.openxmlformats.org/officeDocument/2006/relationships/presProps" Target="/ppt/presProps.xml" Id="Ra5f8b2ba3c964ebb" /><Relationship Type="http://schemas.openxmlformats.org/officeDocument/2006/relationships/viewProps" Target="/ppt/viewProps.xml" Id="Rc75f1d265c544c26" /><Relationship Type="http://schemas.openxmlformats.org/officeDocument/2006/relationships/tableStyles" Target="/ppt/tableStyles.xml" Id="R53ee8f7480424b4b" /><Relationship Type="http://schemas.openxmlformats.org/officeDocument/2006/relationships/slide" Target="/ppt/slides/slide1.xml" Id="R9b36e8a6a0264b45" /><Relationship Type="http://schemas.openxmlformats.org/officeDocument/2006/relationships/slide" Target="/ppt/slides/slide2.xml" Id="Rb2e58d1d43284cd4" /><Relationship Type="http://schemas.openxmlformats.org/officeDocument/2006/relationships/slide" Target="/ppt/slides/slide3.xml" Id="R39f57f791f4e4bf4" /><Relationship Type="http://schemas.openxmlformats.org/officeDocument/2006/relationships/slide" Target="/ppt/slides/slide4.xml" Id="R2e9f9ae163884401" /><Relationship Type="http://schemas.openxmlformats.org/officeDocument/2006/relationships/slide" Target="/ppt/slides/slide5.xml" Id="Ra854ebbf8eaa421c" /><Relationship Type="http://schemas.openxmlformats.org/officeDocument/2006/relationships/slide" Target="/ppt/slides/slide6.xml" Id="Raee1d832d3a348b8" /><Relationship Type="http://schemas.openxmlformats.org/officeDocument/2006/relationships/slide" Target="/ppt/slides/slide7.xml" Id="R829d36fdb983472e" /><Relationship Type="http://schemas.openxmlformats.org/officeDocument/2006/relationships/slide" Target="/ppt/slides/slide8.xml" Id="R2d9db9853f2b48df" /><Relationship Type="http://schemas.openxmlformats.org/officeDocument/2006/relationships/slide" Target="/ppt/slides/slide9.xml" Id="R26150ea2ec0c41b1" /><Relationship Type="http://schemas.openxmlformats.org/officeDocument/2006/relationships/slide" Target="/ppt/slides/slide10.xml" Id="Rc4aaf9ee57e6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9489783a96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58fcdcb55494f" /><Relationship Type="http://schemas.openxmlformats.org/officeDocument/2006/relationships/notesMaster" Target="/ppt/notesMasters/notesMaster1.xml" Id="R32a4aa313b6b40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a7f5fe05c4f90" /><Relationship Type="http://schemas.openxmlformats.org/officeDocument/2006/relationships/notesMaster" Target="/ppt/notesMasters/notesMaster1.xml" Id="Rbefbdd0030af48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ae462b592d4035" /><Relationship Type="http://schemas.openxmlformats.org/officeDocument/2006/relationships/notesMaster" Target="/ppt/notesMasters/notesMaster1.xml" Id="Ra973700d4553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38265ade794977" /><Relationship Type="http://schemas.openxmlformats.org/officeDocument/2006/relationships/notesMaster" Target="/ppt/notesMasters/notesMaster1.xml" Id="R52e5def175ba43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59b2aa43fb4b22" /><Relationship Type="http://schemas.openxmlformats.org/officeDocument/2006/relationships/notesMaster" Target="/ppt/notesMasters/notesMaster1.xml" Id="Rc3ba93899f97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0ad2fe509d4be5" /><Relationship Type="http://schemas.openxmlformats.org/officeDocument/2006/relationships/notesMaster" Target="/ppt/notesMasters/notesMaster1.xml" Id="R7ac1ad7d12a049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ec400c7c34b30" /><Relationship Type="http://schemas.openxmlformats.org/officeDocument/2006/relationships/notesMaster" Target="/ppt/notesMasters/notesMaster1.xml" Id="R52856324ca0c45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7c147c74754204" /><Relationship Type="http://schemas.openxmlformats.org/officeDocument/2006/relationships/notesMaster" Target="/ppt/notesMasters/notesMaster1.xml" Id="R0d82adac9d3c45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9f8daa3a264f1c" /><Relationship Type="http://schemas.openxmlformats.org/officeDocument/2006/relationships/notesMaster" Target="/ppt/notesMasters/notesMaster1.xml" Id="R7bf4a4df294247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ff680242a642ea" /><Relationship Type="http://schemas.openxmlformats.org/officeDocument/2006/relationships/notesMaster" Target="/ppt/notesMasters/notesMaster1.xml" Id="Rb808f395d2aa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24da7597745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d6c2cfd47a4d79" /><Relationship Type="http://schemas.openxmlformats.org/officeDocument/2006/relationships/slideLayout" Target="/ppt/slideLayouts/slideLayout2.xml" Id="Rc955e02368bf43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5e02368bf43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4c3301f68446d" /><Relationship Type="http://schemas.openxmlformats.org/officeDocument/2006/relationships/image" Target="/ppt/media/image.png" Id="Ra6fa59e64d1a4ef0" /><Relationship Type="http://schemas.openxmlformats.org/officeDocument/2006/relationships/image" Target="/ppt/media/image.svg" Id="R252dfe4826eb4ff9" /><Relationship Type="http://schemas.openxmlformats.org/officeDocument/2006/relationships/notesSlide" Target="/ppt/notesSlides/notesSlide1.xml" Id="R0b8abb9ffd78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09e61162f4c49" /><Relationship Type="http://schemas.openxmlformats.org/officeDocument/2006/relationships/image" Target="/ppt/media/image2.png" Id="Rb09d731e1e664c77" /><Relationship Type="http://schemas.openxmlformats.org/officeDocument/2006/relationships/image" Target="/ppt/media/image2.svg" Id="Ra8ae17ea179c49fc" /><Relationship Type="http://schemas.openxmlformats.org/officeDocument/2006/relationships/image" Target="/ppt/media/image3.png" Id="Rb5eaab12895e4613" /><Relationship Type="http://schemas.openxmlformats.org/officeDocument/2006/relationships/image" Target="/ppt/media/image3.svg" Id="Rd8b188b2f3244741" /><Relationship Type="http://schemas.openxmlformats.org/officeDocument/2006/relationships/image" Target="/ppt/media/image4.png" Id="R8ce76e2164934f07" /><Relationship Type="http://schemas.openxmlformats.org/officeDocument/2006/relationships/image" Target="/ppt/media/image4.svg" Id="R38962c5d8f6b4927" /><Relationship Type="http://schemas.openxmlformats.org/officeDocument/2006/relationships/image" Target="/ppt/media/image5.png" Id="R2294f9fe98584391" /><Relationship Type="http://schemas.openxmlformats.org/officeDocument/2006/relationships/image" Target="/ppt/media/image5.svg" Id="Rbb39da01b4864e8a" /><Relationship Type="http://schemas.openxmlformats.org/officeDocument/2006/relationships/image" Target="/ppt/media/image6.png" Id="R998f547f0d3e42b6" /><Relationship Type="http://schemas.openxmlformats.org/officeDocument/2006/relationships/image" Target="/ppt/media/image6.svg" Id="R337cabb8570742cb" /><Relationship Type="http://schemas.openxmlformats.org/officeDocument/2006/relationships/image" Target="/ppt/media/image7.png" Id="Rc51a0ce6744a4994" /><Relationship Type="http://schemas.openxmlformats.org/officeDocument/2006/relationships/image" Target="/ppt/media/image7.svg" Id="R1961e220c5b941a8" /><Relationship Type="http://schemas.openxmlformats.org/officeDocument/2006/relationships/notesSlide" Target="/ppt/notesSlides/notesSlide2.xml" Id="R42e4d899302c41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324ae530ad4c14" /><Relationship Type="http://schemas.openxmlformats.org/officeDocument/2006/relationships/notesSlide" Target="/ppt/notesSlides/notesSlide3.xml" Id="R5139de122c0d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bf6170c7a4d3b" /><Relationship Type="http://schemas.openxmlformats.org/officeDocument/2006/relationships/image" Target="/ppt/media/image8.png" Id="R24346c7e8437413e" /><Relationship Type="http://schemas.openxmlformats.org/officeDocument/2006/relationships/image" Target="/ppt/media/image8.svg" Id="R9acb44520f5a406b" /><Relationship Type="http://schemas.openxmlformats.org/officeDocument/2006/relationships/notesSlide" Target="/ppt/notesSlides/notesSlide4.xml" Id="Rdfb5468447a3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41ac82b99a4d00" /><Relationship Type="http://schemas.openxmlformats.org/officeDocument/2006/relationships/notesSlide" Target="/ppt/notesSlides/notesSlide5.xml" Id="R2fd11ba6066949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5d7dfc9214016" /><Relationship Type="http://schemas.openxmlformats.org/officeDocument/2006/relationships/image" Target="/ppt/media/image9.png" Id="Rf2626447fdbc4beb" /><Relationship Type="http://schemas.openxmlformats.org/officeDocument/2006/relationships/image" Target="/ppt/media/image9.svg" Id="R98a5b584af1641a9" /><Relationship Type="http://schemas.openxmlformats.org/officeDocument/2006/relationships/image" Target="/ppt/media/image10.png" Id="Ra1456cbb6457487d" /><Relationship Type="http://schemas.openxmlformats.org/officeDocument/2006/relationships/image" Target="/ppt/media/image10.svg" Id="Re8d07cd82f1942bd" /><Relationship Type="http://schemas.openxmlformats.org/officeDocument/2006/relationships/notesSlide" Target="/ppt/notesSlides/notesSlide6.xml" Id="R15a9532b509b49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889123888e4541" /><Relationship Type="http://schemas.openxmlformats.org/officeDocument/2006/relationships/notesSlide" Target="/ppt/notesSlides/notesSlide7.xml" Id="R8ee98212017944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6263e46144fb5" /><Relationship Type="http://schemas.openxmlformats.org/officeDocument/2006/relationships/image" Target="/ppt/media/image11.png" Id="Rb06b4275548f4818" /><Relationship Type="http://schemas.openxmlformats.org/officeDocument/2006/relationships/image" Target="/ppt/media/image11.svg" Id="R2a9ebffd7c06460b" /><Relationship Type="http://schemas.openxmlformats.org/officeDocument/2006/relationships/notesSlide" Target="/ppt/notesSlides/notesSlide8.xml" Id="Rf73b3e24b39447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0a74565d64a47" /><Relationship Type="http://schemas.openxmlformats.org/officeDocument/2006/relationships/image" Target="/ppt/media/image12.png" Id="R5f6d1bf7f39f47b8" /><Relationship Type="http://schemas.openxmlformats.org/officeDocument/2006/relationships/image" Target="/ppt/media/image12.svg" Id="Ra3b9e0560f3a45f2" /><Relationship Type="http://schemas.openxmlformats.org/officeDocument/2006/relationships/notesSlide" Target="/ppt/notesSlides/notesSlide9.xml" Id="Raa33d001197249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bbfd169193464d" /><Relationship Type="http://schemas.openxmlformats.org/officeDocument/2006/relationships/image" Target="/ppt/media/image13.png" Id="Rec6dc2ed757b4a3a" /><Relationship Type="http://schemas.openxmlformats.org/officeDocument/2006/relationships/image" Target="/ppt/media/image13.svg" Id="R69e1ab6a1ad64165" /><Relationship Type="http://schemas.openxmlformats.org/officeDocument/2006/relationships/notesSlide" Target="/ppt/notesSlides/notesSlide10.xml" Id="R7e0a0f5af83942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6B307-B92D-47A8-889F-3AFC78B9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0AED2-4F13-46BC-924F-2E8CCC2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9C7FD-1D21-43C6-9EAB-F0E3741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1BE78-281D-4C1F-ABD3-005F431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F172A"/>
              </a:gs>
              <a:gs pos="100000">
                <a:srgbClr val="1D4ED8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09BC0-7FEB-4C39-9C21-F9B0255E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D7FF"/>
                </a:solidFill>
                <a:latin typeface="Aptos"/>
                <a:ea typeface="Aptos"/>
                <a:cs typeface="Aptos"/>
              </a:rPr>
              <a:t>Onboardinghandleiding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8B30A-F4D3-40E8-825A-CC979A78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NordVPN verbinden en veilig inloggen op Reddit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EF68F-D95B-48E7-9CA7-51033E5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Voor nieuwe stagiairs: eerst NordVPN goed zetten, daarna Reddit openen, inloggen en controleren.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5E696-4CDA-4853-B167-4DEBC56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429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a59e64d1a4ef0">
            <a:extLst>
              <a:ext uri="{96DAC541-7B7A-43D3-8B79-37D633B846F1}">
                <asvg:svgBlip xmlns:asvg="http://schemas.microsoft.com/office/drawing/2016/SVG/main" r:embed="R252dfe4826eb4f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24875" y="1352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41E5E-2074-4D7E-8F7C-8F84677A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De volgorde is belangrijk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0734E-5D8D-49C6-A3AC-B29CA5F9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NordVPN actief houden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Server niet te vaak wisselen</a:t>
            </a:r>
          </a:p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Accountgegevens uit het aparte document halen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95DB-8C06-4E94-BB09-A934CD23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D7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7FF"/>
                </a:solidFill>
                <a:latin typeface="Aptos"/>
                <a:ea typeface="Aptos"/>
                <a:cs typeface="Aptos"/>
              </a:rPr>
              <a:t>Canva-import: bewerkbare PowerPoint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42777-08F3-4FC1-A85F-C4F2F00E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01</a:t>
            </a:r>
          </a:p>
        </p:txBody>
      </p:sp>
    </p:spTree>
    <p:extLst>
      <p:ext uri="{BB962C8B-B14F-4D97-AF65-F5344CB8AC3E}">
        <p14:creationId xmlns:p14="http://schemas.microsoft.com/office/powerpoint/2010/main" val="3111700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927DA6-D5BA-4514-91FF-516556E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E55D5-E8D9-4DF4-B141-37AD75A9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C93A-39FE-46E9-B305-B67A0CB2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OVERZICHT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FDDB4-C51C-4582-92DF-A161213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De route in 5 duidelijke stappen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ACB99-AAEA-49F9-B561-DBDEBAB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Gebruik dit als startcheck voordat je Reddit opent.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11909-01B8-44EF-AC07-7D8FCB4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381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FE0FF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d731e1e664c77">
            <a:extLst>
              <a:ext uri="{96DAC541-7B7A-43D3-8B79-37D633B846F1}">
                <asvg:svgBlip xmlns:asvg="http://schemas.microsoft.com/office/drawing/2016/SVG/main" r:embed="Ra8ae17ea179c49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00250" y="21526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14C6B-DB11-4190-886F-0546ED36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 eerst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5B8F7-0797-4AFA-9CF5-8AF95BB0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Daarna pas Reddit openen. Zo blijft het gedrag consistent en voorkom je extra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397AF-1232-4D5F-A06F-A05F084D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57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aab12895e4613">
            <a:extLst>
              <a:ext uri="{96DAC541-7B7A-43D3-8B79-37D633B846F1}">
                <asvg:svgBlip xmlns:asvg="http://schemas.microsoft.com/office/drawing/2016/SVG/main" r:embed="Rd8b188b2f32447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1771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F6D0C-373C-4AAB-B68A-C50FCBBC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81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2DC1F-E620-40E6-A63A-396C826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 openen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9B610-1069-472E-9AA6-0BFA76B8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430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Download/open NordVPN en log in met het interne VPN-account.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29235-2737-4AFB-95E7-56D5BEEC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6e2164934f07">
            <a:extLst>
              <a:ext uri="{96DAC541-7B7A-43D3-8B79-37D633B846F1}">
                <asvg:svgBlip xmlns:asvg="http://schemas.microsoft.com/office/drawing/2016/SVG/main" r:embed="R38962c5d8f6b49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2552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376B1-62FA-4E94-93CC-BD6A907B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Stap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62459-4063-4C69-984B-E883487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Juiste server kiezen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7D380-87AB-4A4C-B2F0-FCA6813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Gebruik de serverlocatie die normaal bij dit Reddit-account hoort.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31072-AC03-459A-8531-914FE968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4f9fe98584391">
            <a:extLst>
              <a:ext uri="{96DAC541-7B7A-43D3-8B79-37D633B846F1}">
                <asvg:svgBlip xmlns:asvg="http://schemas.microsoft.com/office/drawing/2016/SVG/main" r:embed="Rbb39da01b4864e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3333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9004D-5ABB-41A3-BFDC-303CDC02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Stap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909C5-926F-42FC-9368-FD2914E4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Wachten op Connected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C4107-D92B-4584-9E71-A2660CD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051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Ga pas verder zodra NordVPN echt verbonden 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FF381-A40B-4703-8FC3-DD6876A9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f547f0d3e42b6">
            <a:extLst>
              <a:ext uri="{96DAC541-7B7A-43D3-8B79-37D633B846F1}">
                <asvg:svgBlip xmlns:asvg="http://schemas.microsoft.com/office/drawing/2016/SVG/main" r:embed="R337cabb8570742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4114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6AEA9-9247-4A7B-864C-68C9D0B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56830-E265-41F9-B0E0-92B65945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52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Reddit openen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2C5245-D057-435D-B233-9647CF08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862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Open de app of website terwijl NordVPN actief blijft.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433C69-494B-4F4B-9C76-7609924B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a0ce6744a4994">
            <a:extLst>
              <a:ext uri="{96DAC541-7B7A-43D3-8B79-37D633B846F1}">
                <asvg:svgBlip xmlns:asvg="http://schemas.microsoft.com/office/drawing/2016/SVG/main" r:embed="R1961e220c5b941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4895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A0E00-82AF-426C-88B5-C20D23F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053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Stap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252DC-2AAC-4DF7-BC10-BEEABE9B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33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Inloggen en controleren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DEADED-E349-4251-8068-04ED8773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672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Rond login/verificatie af en check profiel, posts en reacties.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A8899-BB7B-4D01-AAC5-9287488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F5D28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F31C50-1FDF-45E6-AA46-6E26889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483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Let 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D5E85-F52A-4011-8AF2-F6437050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48300"/>
            <a:ext cx="651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Wissel niet snel tussen servers. Dat kan beveiligingsblokkades veroorzaken.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61DBDF-9FB6-4266-9F9B-D9D8FB8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02</a:t>
            </a:r>
          </a:p>
        </p:txBody>
      </p:sp>
    </p:spTree>
    <p:extLst>
      <p:ext uri="{BB962C8B-B14F-4D97-AF65-F5344CB8AC3E}">
        <p14:creationId xmlns:p14="http://schemas.microsoft.com/office/powerpoint/2010/main" val="10736765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163C8-4257-49ED-87E9-236C91F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553E5-30AF-4851-A0D5-083706AF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90FF3-510F-4B03-8F73-7AB9C7D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69547-5BC6-4983-9E04-EBCE3E26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NordVPN downloaden of openen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093D5-28DD-4A1E-A373-296C5D0A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Doel: zorgen dat de stagiair met de juiste verbinding start.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6EC22-D0A7-41F5-9F25-E5D7410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95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E65AB-0B1D-4F4E-ABC2-0039174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00200"/>
            <a:ext cx="26098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9C14C-E358-46E5-832B-6425D31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ACE8E-8589-4A1F-BF77-8E1D536A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B1B27-2BA2-4FD2-B6B3-BE52226F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552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FCE7E-81BD-42B9-BEC0-867C9150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Klaar om te verbinden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1EB8E-C7A9-429D-88C3-2B0C1B6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Nog geen server actief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A7BBA-050B-4B8D-8809-9976D534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3875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CA43C-9765-4B72-B2D9-931451A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Verbinden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3ABDB-7627-40C0-A5F8-27FAB7AB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151AD-78CC-46F2-815B-0E2052C9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434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25C92-7242-4AE0-958B-47BFE59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38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Klik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CA37B-9CFD-429A-A536-C85DBB3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Verbind NordVPN.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EA345-A513-409A-BF7B-980959F5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B7791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0154B-4B3C-44DD-BE90-A28C5FD4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EB546-ED88-47D0-A39C-5AE4341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5052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51E3A-7DE8-44F8-ACD1-A87A304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147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Wacht op Connected.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58963-22EC-49F8-B929-7CF0224F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0AFFD-E081-4BD3-9A46-077DA05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383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24CEF-D782-4837-8716-6D09E9BF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28800"/>
            <a:ext cx="528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Installeer NordVPN als deze nog niet op het apparaat staat.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1310E-97E7-4E70-9DD6-B40C97A8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D883C8-DD0F-4725-BC68-7EE37673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89A4B-EA81-4C4F-836E-19DE365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528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Open de app en controleer of je op het juiste accountscherm zit.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93992-E266-4858-B3E1-B8B167B3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5164D-81D5-452F-81BA-71BE3A0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672FC-C23E-4BA6-951E-7D9AF27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528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Gebruik de interne VPN-inloggegevens uit het beveiligde gegevensdocument.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C8F6A-D538-43D4-BDC1-84A3BB7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7F237-F9A5-421C-9A18-609905D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C9BD7D-3AAF-47A2-A383-2679AAA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528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Laat NordVPN open tot je de status kunt controleren.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BB58C9-0C35-4614-A193-6EB69B0A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03</a:t>
            </a:r>
          </a:p>
        </p:txBody>
      </p:sp>
    </p:spTree>
    <p:extLst>
      <p:ext uri="{BB962C8B-B14F-4D97-AF65-F5344CB8AC3E}">
        <p14:creationId xmlns:p14="http://schemas.microsoft.com/office/powerpoint/2010/main" val="20025560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055DE-8D9D-4362-BA0B-F105C724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8D16C-0B3B-474C-BE27-6DF38F9B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FB1F1-933A-4449-93FB-EA5F955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5D2C7-711A-40C6-8434-5A3689C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Inloggen op NordVPN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E44B2-A84B-41A7-A057-C6BF1E2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Zet wachtwoorden nooit zichtbaar in onboardingdecks.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C757F-72BE-42B5-ABD7-EEF4B54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6A4F1-38FA-4C32-8C2A-2958CA5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62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 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9F02F-7B32-4106-9127-939090D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678"/>
                </a:solidFill>
                <a:latin typeface="Aptos"/>
                <a:ea typeface="Aptos"/>
                <a:cs typeface="Aptos"/>
              </a:rPr>
              <a:t>E-mail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46993-EF22-4E51-BA96-CB95E1C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459DB-6A44-44A3-BD50-14B8E311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NordVPN-account uit gegevensdocument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61B0D-C437-4933-BF43-DC5C693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678"/>
                </a:solidFill>
                <a:latin typeface="Aptos"/>
                <a:ea typeface="Aptos"/>
                <a:cs typeface="Aptos"/>
              </a:rPr>
              <a:t>Wachtwoord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400F-32CF-43CE-99A5-D693C0F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3943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73E04-881F-41D1-A14D-28A8C03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••••••••••••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CCA2-D80B-4FE8-A0D4-1F9EE2E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286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FE0F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46c7e8437413e">
            <a:extLst>
              <a:ext uri="{96DAC541-7B7A-43D3-8B79-37D633B846F1}">
                <asvg:svgBlip xmlns:asvg="http://schemas.microsoft.com/office/drawing/2016/SVG/main" r:embed="R9acb44520f5a40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20050" y="20574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7BE40-F951-42E4-ADB6-6395F558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Waarom afschermen?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C62AB-F1C5-4257-B4A9-819CD0E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Een deck wordt vaak gedeeld. Houd echte wachtwoorden alleen in het beveiligde accountdocument.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4FEE5-2335-4C00-A8C8-8039833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F5D2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ED47C-0A01-43CC-9664-F459D29F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Let 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F47C7-658F-4830-9F15-9A8C8F1C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10200"/>
            <a:ext cx="670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Als de login faalt: controleer eerst typfouten, spaties en of het accountdocument de nieuwste gegevens bevat.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2AC57-4E55-4471-A76A-6FC2299F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04</a:t>
            </a:r>
          </a:p>
        </p:txBody>
      </p:sp>
    </p:spTree>
    <p:extLst>
      <p:ext uri="{BB962C8B-B14F-4D97-AF65-F5344CB8AC3E}">
        <p14:creationId xmlns:p14="http://schemas.microsoft.com/office/powerpoint/2010/main" val="14288589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1E684-EF89-4E0D-97FC-D8BE874D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CAFF2-060C-4A42-B077-2D69F7E6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C72C0-A242-4E2B-B1B4-64EA2669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451C7-3BF8-4B8E-B8EF-4DBC2FB6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Kies dezelfde NordVPN-locatie als normaal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64F46-5337-4F71-AE81-5B55419E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Consistentie voorkomt extra beveiligingschecks.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CAD0D-D983-4105-973D-CD52FE0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2952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12191-85F3-469E-BC7E-C342BDBD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26098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2DFB3-04D1-4324-82C8-9151C24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078E-0F5A-44ED-A70F-A1EE7D4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90957-9D77-4BD3-A8CA-BF4A626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552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D6950-9782-4684-BC02-A58A600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489AC-1C1E-421C-A893-043AECE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Gebruikelijke serverlocatie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9C995-0A9C-48C4-A2B4-0E16B16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0065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0994A-212D-42CA-932D-2A98965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149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Verbonden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6C5A6-B55E-4E21-B5EA-80EAC69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1B8A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61222-6C25-4232-92E7-4E44D03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3860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8A5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B4C30-18D9-4CD2-9E76-71189D89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338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107F4-616C-431B-B36E-230D6DE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434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Connected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FD2FF-56B8-4741-8F6D-ED847BF0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900B9-39D6-403A-8FF2-3C3634E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698A9-D02D-4E65-B256-795F8A0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1625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86B36-A55E-4E86-82EB-BD8E6748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3721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Zelfde locatie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F1BDC-A6A5-455D-B007-510BF9B6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7343A-0C2C-40B4-991E-774010B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Serverkeuze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552C2-CE6B-469E-99A5-613103B7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03696-27C2-48DC-B85F-461904E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B4FD5-4735-496B-8A90-F83597B3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47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Kies de locatie/server die normaal bij het Reddit-account hoort.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3BF70C-17D2-408D-B01C-011B4E9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7600B-B478-4697-B717-A4195734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146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A051D-6E5D-47B9-99E3-091159A0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Klik op verbinden en wacht tot de status Connected verschijnt.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EB3D2-FE6B-4C54-855B-177A0A3C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FED4A-270F-4E94-82FC-15C65EBD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718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6AA2F-24F3-40DD-9B17-1486CD2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623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Controleer daarna kort of websites normaal laden.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EA9C9-AB87-436D-825D-6265FBB2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B71A9-EEEF-4A1F-AA3C-09334AE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290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B84A0-75DE-4D31-9A2D-6F6F130C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9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Laat NordVPN actief tijdens de hele Reddit-sessie.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48183-A578-452D-924D-2373FDD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05</a:t>
            </a:r>
          </a:p>
        </p:txBody>
      </p:sp>
    </p:spTree>
    <p:extLst>
      <p:ext uri="{BB962C8B-B14F-4D97-AF65-F5344CB8AC3E}">
        <p14:creationId xmlns:p14="http://schemas.microsoft.com/office/powerpoint/2010/main" val="16074982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1AFEE-C649-47CF-80F0-87DBDEC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EE292-7B59-44E8-9CDD-1A4B2A60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E87F3-3691-4F3A-83C1-93CFD65C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A43A-DC74-430A-94B5-11B28F69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Reddit pas openen als NordVPN actief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02A06-EE0A-404A-ADD5-9A55ADF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App of website: beide zijn goed, zolang NordVPN verbonden blijft.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4F175-115D-4744-9EA8-8656F56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26447fdbc4beb">
            <a:extLst>
              <a:ext uri="{96DAC541-7B7A-43D3-8B79-37D633B846F1}">
                <asvg:svgBlip xmlns:asvg="http://schemas.microsoft.com/office/drawing/2016/SVG/main" r:embed="R98a5b584af1641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90800" y="20383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6755A-9199-4F83-A0EA-DFABA0A5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Open Reddit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1D54B-2183-4B36-B6FF-D7ACC11D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Ga naar de Reddit-app of reddit.com nadat je de NordVPN-status hebt gecontroleerd.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C9284-50CF-4196-A2AF-5BE0FEC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9525">
            <a:solidFill>
              <a:srgbClr val="C9EAD9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56cbb6457487d">
            <a:extLst>
              <a:ext uri="{96DAC541-7B7A-43D3-8B79-37D633B846F1}">
                <asvg:svgBlip xmlns:asvg="http://schemas.microsoft.com/office/drawing/2016/SVG/main" r:embed="Re8d07cd82f1942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43850" y="20764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59679-225F-4FA9-BBB1-803C0A4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576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Check nog één keer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48583-0736-4813-9291-4FDFFCAF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NordVPN moet Connected zijn voordat je gebruikersnaam of wachtwoord invult.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67968-D30B-4D81-88A1-95F42F2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3009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1B8A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634E5-325B-4346-B535-D2774E97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8A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7E41E-A596-4D27-BBDB-670A9DB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19400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Laat aan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B693D-DE95-4445-B117-48A37FA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289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Niet loskoppelen.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46B61-9045-440C-8A0D-CC14794D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72100"/>
            <a:ext cx="7429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F5D2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CEC65-89AE-4943-96DE-E6A62A00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24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Let 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8BBB3-51AE-43DC-B614-6D81ADF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0"/>
            <a:ext cx="594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Stop hier als NordVPN uitvalt. Verbind opnieuw en begin daarna pas met Reddit.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FDE56-B6A7-4CE3-A2FF-5C4B86BE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06</a:t>
            </a:r>
          </a:p>
        </p:txBody>
      </p:sp>
    </p:spTree>
    <p:extLst>
      <p:ext uri="{BB962C8B-B14F-4D97-AF65-F5344CB8AC3E}">
        <p14:creationId xmlns:p14="http://schemas.microsoft.com/office/powerpoint/2010/main" val="7605609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B5083-7834-4E72-95C7-B7460DEF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673DD-84A0-4568-9BF2-F89ED5EC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51CC2-0711-4121-8C0B-7D90241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D8611-77DD-4196-9FFF-1DB9B52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Inloggen op Reddit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08648-5576-4D34-A3D4-D087B7F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Gebruik de Reddit-gegevens uit het aparte accountdocument.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0FF5A-55ED-4277-9230-484117A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4381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8A9BB-6DCA-4AF8-A004-06FB4D8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450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4500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99905-45C9-4218-AFD7-BE6D016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Log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69AC2-FCE5-4DC7-97A5-7B453498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066F6-59AE-47D0-82DB-44F593B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956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Gebruikersnaam of e-mail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65767-CE60-4265-96EA-F4B49F0B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65FAE-F17B-49AF-A16A-263AF057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623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Wachtwoord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37E75-AE5B-492D-A1DB-CB21CF4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0681F-2D54-4E1E-B538-462D264D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434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FE608-A8F2-405C-91DD-E4FB17E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A392C-BC3D-437F-A65B-7D3DC049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CA1E1-A2AD-4D95-960C-912B4DAF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Klik op Log 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DC868-D2E7-4646-8792-ABEE512F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C33B4-58BB-4FEF-9F2C-8BC788A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08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2A912-1C95-4F6F-AF03-0F42944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Vul gebruikersnaam of e-mail 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6AF5D-9BA5-4355-905D-FBD01EE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7AC5F-8625-43EF-BF99-E54FC11E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33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C7966-2241-476F-B576-8E15B34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Vul wachtwoord 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2FAA5-E9BC-42F3-9F3E-BAE65D25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719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088AC-A2AC-4EC4-8493-7D06A8D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767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9482D-3A4B-43CC-9C17-99F22BD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672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Bevestig met Log 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B90650-85F9-437B-BE9D-22499A3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07</a:t>
            </a:r>
          </a:p>
        </p:txBody>
      </p:sp>
    </p:spTree>
    <p:extLst>
      <p:ext uri="{BB962C8B-B14F-4D97-AF65-F5344CB8AC3E}">
        <p14:creationId xmlns:p14="http://schemas.microsoft.com/office/powerpoint/2010/main" val="9471817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80265-ACFC-48ED-85CB-44B1ED08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6C1B2-4F32-4604-91DA-16E9941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8ECF7-E794-43B8-B16B-E8199ED9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74F8C-C5C6-41E9-B97D-4BC65EA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Beveiligingscheck afhandelen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CC98-C7BC-4132-9E95-E90F6F6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Reddit kan extra verificatie vragen wanneer iets afwijkt.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5ACAC-76EC-4E15-8A83-F0CAD59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7625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F5D28C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b4275548f4818">
            <a:extLst>
              <a:ext uri="{96DAC541-7B7A-43D3-8B79-37D633B846F1}">
                <asvg:svgBlip xmlns:asvg="http://schemas.microsoft.com/office/drawing/2016/SVG/main" r:embed="R2a9ebffd7c0646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71750" y="2095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39800-C918-40C9-AB06-61874B0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Code nodig?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EB7BD-035A-471E-979A-E008703F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361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Haal de verificatiecode op via de e-mailtoegang uit het gegevensdocument of via de aangewezen authenticator-beheerder.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3B2B0-DDFB-4DCF-BF91-0A4A0FE6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5B769-FB55-4926-9804-5EB69FD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F4637-FC9D-4415-98A9-31D927B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Vul de code precies over, inclusief eventuele hoofdletters.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27315-A9F2-4BCE-BBF9-A32426C1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D0E25-0E25-4C68-BC82-8E2DB9F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D6D02-297F-451F-9F5C-ADF0AE87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955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Laat NordVPN actief terwijl je de code ophaalt.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ED15B-4258-47F1-81ED-A8B1C98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F5E01-6CD0-4595-BAA1-19FD9D1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74545-7051-4213-A0F1-8B6DC8A8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527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Vraag hulp als de code verlopen is of niet aankomt.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E30E4-FD76-44C3-930C-E1BE9049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2A504-7698-47F2-A904-0D9EEAE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194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CB6D2-3BC4-4828-A291-48C90B6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099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Ga daarna terug naar Reddit en rond de login af.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40D5B-49D9-4D07-A541-E2B50B1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08</a:t>
            </a:r>
          </a:p>
        </p:txBody>
      </p:sp>
    </p:spTree>
    <p:extLst>
      <p:ext uri="{BB962C8B-B14F-4D97-AF65-F5344CB8AC3E}">
        <p14:creationId xmlns:p14="http://schemas.microsoft.com/office/powerpoint/2010/main" val="19183149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4AD29-0F05-4710-926E-38311454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15A6B-07C2-400E-88AB-64DC05C0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B5BE4-DE75-4928-B012-17D2813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STAP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9514F-79D1-4A6D-9780-D94FEC1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Controle: ben je goed ingelogd?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B07A2-F481-4137-8ED7-18B12B8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Deze check voorkomt dat je in het verkeerde account werkt.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15D9E-8436-49B4-A994-3752ACE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d1bf7f39f47b8">
            <a:extLst>
              <a:ext uri="{96DAC541-7B7A-43D3-8B79-37D633B846F1}">
                <asvg:svgBlip xmlns:asvg="http://schemas.microsoft.com/office/drawing/2016/SVG/main" r:embed="Ra3b9e0560f3a45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7950" y="20764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DBD67-ED85-43A5-B6DD-327091A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576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Profiel geladen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A8142-8457-46F4-9583-71943F78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52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Controleer profielnaam, posts en reacties voordat je verder werkt.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13C31-11EA-4505-82B7-F560EAF5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BB69A-50CA-4749-B1EE-17607BCF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8A4DE-EB51-4703-ACEF-87E8CB60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383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Profielpagina opent zonder foutmelding.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E6C0-5144-4F15-8BF5-87373EEB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5A40C-5827-4920-8689-D41498F9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050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73E12-6DA5-4BDD-B3CE-8A08729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955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Posts en reacties zijn zichtbaar.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8AF43-0E87-458E-8A9A-92061346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0C7AE-D0C7-45B8-B9F1-C6E567F5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217F4-3950-4C77-B5F6-0F768500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NordVPN-status staat nog steeds op Connected.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EC310-6C16-41B0-BC0F-B7FC4497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5C73A-959F-45BD-873D-2FA5F45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8A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91E8B-3BC5-422B-8CAD-64978719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Je werkt niet vanuit een privé of verkeerd Reddit-account.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0145F-7678-4FD3-A61F-C13EE51C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09</a:t>
            </a:r>
          </a:p>
        </p:txBody>
      </p:sp>
    </p:spTree>
    <p:extLst>
      <p:ext uri="{BB962C8B-B14F-4D97-AF65-F5344CB8AC3E}">
        <p14:creationId xmlns:p14="http://schemas.microsoft.com/office/powerpoint/2010/main" val="11157685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3A304-8CD3-4054-84F3-BDA562F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F1D81-69A9-4166-AAC5-3094397A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B9F71-C050-48C7-A7E4-3ACEE70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PROBLEMEN OPLOSSEN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663C0-5982-4B33-995A-053BA2E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C2430"/>
                </a:solidFill>
                <a:latin typeface="Aptos Display"/>
                <a:ea typeface="Aptos Display"/>
                <a:cs typeface="Aptos Display"/>
              </a:rPr>
              <a:t>Als Reddit of de server blokkeert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19243-7EA0-4C61-89E5-D3550AD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Rustig blijven, stappen nalopen, niet blijven proberen.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4812C-CE5A-4472-AF72-4371491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49530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7C7C2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dc2ed757b4a3a">
            <a:extLst>
              <a:ext uri="{96DAC541-7B7A-43D3-8B79-37D633B846F1}">
                <asvg:svgBlip xmlns:asvg="http://schemas.microsoft.com/office/drawing/2016/SVG/main" r:embed="R69e1ab6a1ad641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24150" y="20955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8191D-E7F0-42E6-9FA0-6DB1F247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Serverblokkade?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75B52-3F43-4FB9-BF0E-805A8ED3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6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678"/>
                </a:solidFill>
                <a:latin typeface="Aptos"/>
                <a:ea typeface="Aptos"/>
                <a:cs typeface="Aptos"/>
              </a:rPr>
              <a:t>De handleiding verwijst naar een video voor het uitzetten van een server block.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71729-8B92-41CF-92D8-2253A08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AA8F2-28EE-4D19-BBF3-F2B9266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C2430"/>
                </a:solidFill>
                <a:latin typeface="Aptos"/>
                <a:ea typeface="Aptos"/>
                <a:cs typeface="Aptos"/>
              </a:rPr>
              <a:t>Wat doe je eerst?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DCEBB-11EF-4DD3-8C2C-76FF626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1.  Controleer of NordVPN nog verbonden 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D8E77-AE3C-442A-920A-3CCADBC5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2.  Wissel niet willekeurig tussen servers.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254AB-A7DC-4A5A-9A13-5EE43C8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3.  Vraag beheerder of begeleider om bevestiging.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B8F49-B6B8-4E2B-ACAE-D2F1F52D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91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4.  Gebruik pas daarna de instructievideo.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5600E-1E73-4E3A-809C-1171DA1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91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F5D2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D38C5-B764-4759-9E4F-1C9B608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435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Let 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9AD0B-417B-4944-97CB-21C7804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651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243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C2430"/>
                </a:solidFill>
                <a:latin typeface="Aptos"/>
                <a:ea typeface="Aptos"/>
                <a:cs typeface="Aptos"/>
              </a:rPr>
              <a:t>Video uit bronhandleiding: https://youtu.be/JKMfHhBnBsY?si=rAcFxJ3LIP9Bdw7R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3D750-EA29-4DD1-932E-2F7D3AF7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5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5A6"/>
                </a:solidFill>
                <a:latin typeface="Aptos"/>
                <a:ea typeface="Aptos"/>
                <a:cs typeface="Aptos"/>
              </a:rPr>
              <a:t>NordVPN + Reddit onboarding | 10</a:t>
            </a:r>
          </a:p>
        </p:txBody>
      </p:sp>
    </p:spTree>
    <p:extLst>
      <p:ext uri="{BB962C8B-B14F-4D97-AF65-F5344CB8AC3E}">
        <p14:creationId xmlns:p14="http://schemas.microsoft.com/office/powerpoint/2010/main" val="1936269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2026-05-21T09:08:11.5640000Z</dcterms:created>
  <dcterms:modified xsi:type="dcterms:W3CDTF">2026-05-21T09:08:11.5640000Z</dcterms:modified>
</coreProperties>
</file>